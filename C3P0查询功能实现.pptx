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notesSlides/notesSlide1.xml" Type="http://schemas.openxmlformats.org/officeDocument/2006/relationships/notesSlide"/><Relationship Id="rId18" Target="notesSlides/notesSlide2.xml" Type="http://schemas.openxmlformats.org/officeDocument/2006/relationships/notesSlide"/><Relationship Id="rId19" Target="notesSlides/notesSlide3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4.xml" Type="http://schemas.openxmlformats.org/officeDocument/2006/relationships/notesSlide"/><Relationship Id="rId21" Target="notesSlides/notesSlide5.xml" Type="http://schemas.openxmlformats.org/officeDocument/2006/relationships/notesSlide"/><Relationship Id="rId22" Target="notesSlides/notesSlide6.xml" Type="http://schemas.openxmlformats.org/officeDocument/2006/relationships/notesSlide"/><Relationship Id="rId23" Target="notesSlides/notesSlide7.xml" Type="http://schemas.openxmlformats.org/officeDocument/2006/relationships/notesSlide"/><Relationship Id="rId24" Target="notesSlides/notesSlide8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大家好，我是任瑞。今天我将向大家展示我负责的C3P0数据库查询功能的实现过程。我会详细讲解如何使用C3P0连接池从数据库中检索数据，并将结果封装返回。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我的任务是实现项目中的查询功能。具体来说，我需要编写一个方法，执行SQL的SELECT语句，然后把查询到的结果转换成我们程序里能用的Java对象，并最终返回这些对象的列表。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要实现查询，我们需要了解三个关键对象。首先是 PreparedStatement，它用来执行我们写好的 SQL 查询语句，并且支持预编译，能有效防止 SQL 注入。然后调用它的 executeQuery() 方法，这个方法专门用于执行 SELECT 语句，并返回一个 ResultSet，也就是结果集。最后，我们需要通过游标遍历这个结果集来获取具体的数据行。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就是我实现的`findAll()`方法。大家可以看到，我首先定义了要执行的SQL语句，然后从连接池获取连接，创建PreparedStatement并执行查询，得到ResultSet。接下来，最关键的一步就是如何处理这个结果集，将数据库的行记录转换为我们业务层需要的Java对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处理结果集是查询功能的精髓所在。我们使用一个while循环，通过`rs.next()`方法不断移动游标。每移动到一行，我们就创建一个新的User对象，然后把这一行的数据通过getInt、getString等方法取出来，设置到User对象里，最后把这个对象加入到结果列表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为了验证我的代码是否正确，我写了一个测试类。在这个类里，我调用 findAll() 方法，然后把返回的用户列表打印出来。大家可以看到，控制台清晰地显示了数据库里的所有用户信息，这证明我的查询功能已经成功实现了。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总结一下，实现查询功能主要有五个关键点：正确地从连接池获取连接；执行查询语句得到结果集；通过循环遍历结果集；将数据封装成Java对象；以及最后一定要记得关闭所有资源，把连接还给连接池。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我的分享到此结束。查询功能是数据库操作中最基础也是最常用的功能，希望我的讲解能帮助大家更好地理解它的实现原理。感谢大家的聆听，欢迎提问。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jpeg" Type="http://schemas.openxmlformats.org/officeDocument/2006/relationships/image"/><Relationship Id="rId3" Target="../notesSlides/notesSlide8.xml" Type="http://schemas.openxmlformats.org/officeDocument/2006/relationships/notesSlide"/><Relationship Id="rId4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2286000"/>
            <a:ext cx="10795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C3P0数据库查询功能实现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5334000"/>
            <a:ext cx="10160000" cy="1016000"/>
          </a:xfrm>
          <a:prstGeom prst="roundRect">
            <a:avLst>
              <a:gd name="adj" fmla="val 0"/>
            </a:avLst>
          </a:prstGeom>
          <a:solidFill>
            <a:srgbClr val="0F172A">
              <a:alpha val="6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270000" y="54610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9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负责人：任瑞 | 2026年3月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任务概述：我的角色与目标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F0FDF4">
              <a:alpha val="95000"/>
            </a:srgbClr>
          </a:solidFill>
          <a:ln w="12700" cmpd="sng" cap="flat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762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587500"/>
            <a:ext cx="9906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连接池-C3P0 — 查询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070100"/>
            <a:ext cx="10033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核心目标：基于C3P0数据库连接池技术，完成数据库全量用户信息的高效检索、数据封装与结构化结果返回，为上层业务提供可靠的数据支撑。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921000"/>
            <a:ext cx="2603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921000"/>
            <a:ext cx="2603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" y="3073400"/>
            <a:ext cx="2349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实现查询方法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89000" y="3556000"/>
            <a:ext cx="2349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在数据访问层 UserDao 类中定义并实现 findAll() 方法，作为与数据库交互的核心接口，用于发起全量用户信息的查询请求。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530600" y="2921000"/>
            <a:ext cx="2603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530600" y="2921000"/>
            <a:ext cx="2603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657600" y="3073400"/>
            <a:ext cx="2349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执行SQL查询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657600" y="3556000"/>
            <a:ext cx="2349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构建安全的预编译 SQL 语句，利用 PreparedStatement 对象执行 SELECT 查询，有效规避 SQL 注入风险，保障数据交互的安全性。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99200" y="2921000"/>
            <a:ext cx="2603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99200" y="2921000"/>
            <a:ext cx="2603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426200" y="3073400"/>
            <a:ext cx="2349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处理结果集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26200" y="3556000"/>
            <a:ext cx="2349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遍历数据库返回的 ResultSet 结果集，将每一行原始数据字段映射到 User 实体类的属性中，完成数据从关系型到面向对象的转换。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067800" y="2921000"/>
            <a:ext cx="2603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067800" y="2921000"/>
            <a:ext cx="2603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194800" y="3073400"/>
            <a:ext cx="2349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返回结果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194800" y="3556000"/>
            <a:ext cx="2349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将封装好的实体对象按业务逻辑整理为 List 集合，向上层业务调用方返回结构化数据，使业务层能直接使用面向对象的数据进行处理。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4953000"/>
            <a:ext cx="10909300" cy="1397000"/>
          </a:xfrm>
          <a:prstGeom prst="roundRect">
            <a:avLst>
              <a:gd name="adj" fmla="val 0"/>
            </a:avLst>
          </a:prstGeom>
          <a:solidFill>
            <a:srgbClr val="F8FAFC">
              <a:alpha val="9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4953000"/>
            <a:ext cx="508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016000" y="5080000"/>
            <a:ext cx="1041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执行价值：标准化的数据流转链路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016000" y="5588000"/>
            <a:ext cx="10414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规范化的步骤实现数据查询，不仅确保了代码的可维护性和安全性，更建立了一套从数据库底层到业务逻辑层的高效数据交互标准。这一过程将原始的数据库记录转化为程序可直接使用的业务对象，为后续的用户管理、信息展示等核心功能提供了坚实的数据基础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79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查询的关键对象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556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0800" cy="241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1778000"/>
            <a:ext cx="3175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PreparedStatement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349500"/>
            <a:ext cx="32385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用于执行预编译的 SQL 查询语句，是数据库交互的核心对象。通过 conn.prepareStatement(sql) 方法创建，不仅能重复执行以提升效率，更能有效防止 SQL 注入，是生产环境中执行动态 SQL 的首选方式。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508500" y="1651000"/>
            <a:ext cx="3556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08500" y="1651000"/>
            <a:ext cx="50800" cy="241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99000" y="1778000"/>
            <a:ext cx="3175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executeQuery()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99000" y="2349500"/>
            <a:ext cx="32385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PreparedStatement 接口中定义的核心方法，专门用于执行 SELECT 查询语句。调用该方法后，驱动会将 SQL 发送给数据库执行，并返回一个封装了查询结果的 ResultSet 对象，是获取数据的关键执行步骤。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91500" y="1651000"/>
            <a:ext cx="3556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91500" y="1651000"/>
            <a:ext cx="50800" cy="241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382000" y="1778000"/>
            <a:ext cx="3175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ResultSet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82000" y="2349500"/>
            <a:ext cx="32385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数据库返回的结果集数据表，内部通过游标（Cursor）指向当前行数据。初始时游标位于首行之前，通过 rs.next() 方法移动游标遍历每一行记录，并利用 getXxx() 方法提取列值，完成数据的读取与处理。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318000"/>
            <a:ext cx="10985500" cy="1841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4508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核心执行链路：从预编译到结果遍历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5080000"/>
            <a:ext cx="10477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这三个对象构成了 Java 数据库编程的标准查询范式：开发者首先通过 Connection 预编译 SQL 生成 PreparedStatement 对象，随后调用 executeQuery() 向数据库发起查询请求，最后得到 ResultSet 结果集。通过游标的移动逐行读取数据，这种模式兼顾了执行性能与代码安全性，是构建可靠数据访问层的基础。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代码实现：findAll() 方法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该方法是用户数据访问层（UserDao）的核心业务逻辑，基于 JDBC 标准与 C3P0 数据库连接池技术实现。它封装了全量用户信息的数据库查询操作，通过预编译 SQL 执行查询并处理结果集，是系统中实现用户数据全量读取的基础入口。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667000"/>
            <a:ext cx="10668000" cy="3302000"/>
          </a:xfrm>
          <a:prstGeom prst="roundRect">
            <a:avLst>
              <a:gd name="adj" fmla="val 0"/>
            </a:avLst>
          </a:prstGeom>
          <a:solidFill>
            <a:srgbClr val="1F2937">
              <a:alpha val="9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667000"/>
            <a:ext cx="50800" cy="3302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857500"/>
            <a:ext cx="10287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public List&lt;User&gt; findAll() {
 List&lt;User&gt; userList = new ArrayList&lt;&gt;();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 String sql = "SELECT * FROM user";</a:t>
            </a:r>
            <a:r>
              <a:rPr lang="en-US" b="false" i="false" strike="noStrike" u="none" sz="1300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// 定义查询所有用户的核心SQL语句</a:t>
            </a:r>
            <a:r>
              <a:rPr lang="en-US" b="false" i="false" strike="noStrike" u="none" sz="13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Connection conn = C3P0Util.getConnection();</a:t>
            </a:r>
            <a:r>
              <a:rPr lang="en-US" b="false" i="false" strike="noStrike" u="none" sz="1300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// 从C3P0连接池获取数据库连接资源</a:t>
            </a:r>
            <a:r>
              <a:rPr lang="en-US" b="false" i="false" strike="noStrike" u="none" sz="1300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try</a:t>
            </a:r>
            <a:r>
              <a:rPr lang="en-US" b="false" i="false" strike="noStrike" u="none" sz="13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(PreparedStatement pstmt = conn.prepareStatement(sql);</a:t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 ResultSet rs = pstmt.executeQuery()) {</a:t>
            </a:r>
            <a:r>
              <a:rPr lang="en-US" b="false" i="false" strike="noStrike" u="none" sz="1300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// 执行查询，获取结果集对象// 遍历结果集，将数据库记录映射为业务实体对象并加入集合</a:t>
            </a:r>
            <a:r>
              <a:rPr lang="en-US" b="false" i="false" strike="noStrike" u="none" sz="1300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-US" b="false" i="false" strike="noStrike" u="none" sz="13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(rs.next()) {</a:t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 User user =</a:t>
            </a:r>
            <a:r>
              <a:rPr lang="en-US" b="false" i="false" strike="noStrike" u="none" sz="1300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-US" b="false" i="false" strike="noStrike" u="none" sz="13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User();
 user.setId(rs.getInt("id"));
 user.setName(rs.getString("name"));
 userList.add(user);
 }</a:t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 }</a:t>
            </a:r>
            <a:r>
              <a:rPr lang="en-US" b="false" i="false" strike="noStrike" u="none" sz="1300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catch</a:t>
            </a:r>
            <a:r>
              <a:rPr lang="en-US" b="false" i="false" strike="noStrike" u="none" sz="13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(SQLException e) {</a:t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 e.printStackTrace();</a:t>
            </a:r>
            <a:r>
              <a:rPr lang="en-US" b="false" i="false" strike="noStrike" u="none" sz="1300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// 异常处理与堆栈打印</a:t>
            </a:r>
            <a:r>
              <a:rPr lang="en-US" b="false" i="false" strike="noStrike" u="none" sz="13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300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finally</a:t>
            </a:r>
            <a:r>
              <a:rPr lang="en-US" b="false" i="false" strike="noStrike" u="none" sz="13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 C3P0Util.close(conn);</a:t>
            </a:r>
            <a:r>
              <a:rPr lang="en-US" b="false" i="false" strike="noStrike" u="none" sz="1300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// 释放连接，归还至连接池，避免资源泄漏</a:t>
            </a:r>
            <a:r>
              <a:rPr lang="en-US" b="false" i="false" strike="noStrike" u="none" sz="13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300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b="false" i="false" strike="noStrike" u="none" sz="13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userList;</a:t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79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核心步骤：处理结果集 ResultSet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461000" cy="2794000"/>
          </a:xfrm>
          <a:prstGeom prst="roundRect">
            <a:avLst>
              <a:gd name="adj" fmla="val 0"/>
            </a:avLst>
          </a:prstGeom>
          <a:solidFill>
            <a:srgbClr val="1F2937">
              <a:alpha val="9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76200" cy="2794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841500"/>
            <a:ext cx="5080000" cy="241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// 遍历结果集：逐行读取数据库返回数据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3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while (rs.next()) {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3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User user = new User(); // 新建实体对象承接数据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3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user.setId(rs.getInt("id")); user.setName(rs.getString("name"));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3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user.setAge(rs.getInt("age")); // 字段映射赋值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3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userList.add(user); // 收集对象进入结果列表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3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4635500"/>
            <a:ext cx="5461000" cy="1714500"/>
          </a:xfrm>
          <a:prstGeom prst="roundRect">
            <a:avLst>
              <a:gd name="adj" fmla="val 0"/>
            </a:avLst>
          </a:prstGeom>
          <a:solidFill>
            <a:srgbClr val="F0FDF4">
              <a:alpha val="92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4762500"/>
            <a:ext cx="50800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核心逻辑：行转对象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374151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这是数据库操作的关键转换层。通过循环遍历游标，将关系型数据库的二维表“行数据”转化为面向对象的 Java 实体（User），让程序能以更符合业务逻辑的方式处理和流转数据，实现数据的结构化复用。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5390708" flipH="false" flipV="false">
            <a:off x="4127500" y="3994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6667500" y="1651000"/>
            <a:ext cx="2603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667500" y="1651000"/>
            <a:ext cx="2603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794500" y="1841500"/>
            <a:ext cx="2349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01. 游标驱动循环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794500" y="2286000"/>
            <a:ext cx="2349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7415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调用 rs.next() 移动游标指针。若结果集存在下一行有效记录则返回 true，进入循环体；若为 false 则表示遍历结束，退出循环。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398000" y="1651000"/>
            <a:ext cx="2603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398000" y="1651000"/>
            <a:ext cx="2603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525000" y="1841500"/>
            <a:ext cx="2349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02. 精准数据读取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525000" y="2286000"/>
            <a:ext cx="2349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7415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使用 rs.getXxx(String columnName) 系列方法，根据数据库列名（如"id"）从当前行中提取对应类型的数据，避免索引越界风险。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667500" y="3937000"/>
            <a:ext cx="2603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667500" y="3937000"/>
            <a:ext cx="2603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794500" y="4127500"/>
            <a:ext cx="2349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03. 实体对象封装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794500" y="4572000"/>
            <a:ext cx="2349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7415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每次循环都新建一个 User 对象，将读取到的零散字段值通过 setter 方法（如 setId）填充到对象的属性中，完成数据的结构化组装。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398000" y="3937000"/>
            <a:ext cx="2603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398000" y="3937000"/>
            <a:ext cx="2603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525000" y="4127500"/>
            <a:ext cx="2349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04. 集合结果归集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525000" y="4572000"/>
            <a:ext cx="2349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7415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将封装好的单个 User 对象添加到 List 集合中。最终，结果集的所有行数据都会转化为一个对象列表，供后续业务逻辑统一处理和返回。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测试演示：验证查询功能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87500"/>
            <a:ext cx="5715000" cy="2413000"/>
          </a:xfrm>
          <a:prstGeom prst="roundRect">
            <a:avLst>
              <a:gd name="adj" fmla="val 0"/>
            </a:avLst>
          </a:prstGeom>
          <a:solidFill>
            <a:srgbClr val="1F2937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87500"/>
            <a:ext cx="76200" cy="241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676400"/>
            <a:ext cx="5207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核心代码：TestQuery.java 业务逻辑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095500"/>
            <a:ext cx="5334000" cy="171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public class TestQuery {</a:t>
            </a:r>
            <a:r>
              <a:rPr lang="en-US" b="false" i="false" strike="noStrike" u="none" sz="12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public static void main(String[] args) {</a:t>
            </a:r>
            <a:r>
              <a:rPr lang="en-US" b="false" i="false" strike="noStrike" u="none" sz="12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UserDao dao = new UserDao();</a:t>
            </a:r>
            <a:r>
              <a:rPr lang="en-US" b="false" i="false" strike="noStrike" u="none" sz="12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List&lt;User&gt; users = dao.findAll(); // 调用数据访问层查询方法</a:t>
            </a:r>
            <a:r>
              <a:rPr lang="en-US" b="false" i="false" strike="noStrike" u="none" sz="12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System.out.println("=== 查询所有用户 ===");</a:t>
            </a:r>
            <a:r>
              <a:rPr lang="en-US" b="false" i="false" strike="noStrike" u="none" sz="12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users.forEach(System.out::println); // 流式遍历输出用户实体</a:t>
            </a:r>
            <a:r>
              <a:rPr lang="en-US" b="false" i="false" strike="noStrike" u="none" sz="12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2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4191000"/>
            <a:ext cx="5715000" cy="1968500"/>
          </a:xfrm>
          <a:prstGeom prst="roundRect">
            <a:avLst>
              <a:gd name="adj" fmla="val 0"/>
            </a:avLst>
          </a:prstGeom>
          <a:solidFill>
            <a:srgbClr val="F0FDF4">
              <a:alpha val="9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191000"/>
            <a:ext cx="76200" cy="1968500"/>
          </a:xfrm>
          <a:prstGeom prst="roundRect">
            <a:avLst>
              <a:gd name="adj" fmla="val 0"/>
            </a:avLst>
          </a:prstGeom>
          <a:solidFill>
            <a:srgbClr val="EAB30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4279900"/>
            <a:ext cx="5207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控制台预期执行结果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4699000"/>
            <a:ext cx="533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=== 查询所有用户 ===</a:t>
            </a:r>
            <a:r>
              <a:rPr lang="en-US" b="false" i="false" strike="noStrike" u="none" sz="12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User{id=1, name='张三', age=20, email='zhangsan@test.com'}</a:t>
            </a:r>
            <a:r>
              <a:rPr lang="en-US" b="false" i="false" strike="noStrike" u="none" sz="12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User{id=2, name='李四', age=22, email='lisi@test.com'}</a:t>
            </a:r>
            <a:r>
              <a:rPr lang="en-US" b="false" i="false" strike="noStrike" u="none" sz="12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User{id=3, name='王五', age=25, email='wangwu@test.com'}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5390450" flipH="false" flipV="false">
            <a:off x="4445000" y="38671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2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6985000" y="1587500"/>
            <a:ext cx="48895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96000"/>
            </a:srgbClr>
          </a:solidFill>
          <a:ln w="12700" cmpd="sng" cap="flat">
            <a:solidFill>
              <a:srgbClr val="22C55E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175500" y="1778000"/>
            <a:ext cx="457200" cy="4572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7874000" y="1803400"/>
            <a:ext cx="381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功能验证通过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175500" y="2413000"/>
            <a:ext cx="4508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程序成功建立数据库连接，`findAll()` 方法正确执行，完整加载了测试环境中的3条用户记录。实体类与数据库字段映射无误，数据流转过程清晰可见。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985000" y="4572000"/>
            <a:ext cx="4889500" cy="1587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175500" y="47625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7620000" y="4762500"/>
            <a:ext cx="406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测试关键点提示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175500" y="5207000"/>
            <a:ext cx="4508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在实际开发中，建议将此类单元测试通过 JUnit 框架进行标准化封装，并结合断言机制自动判断结果是否符合预期，以提升回归测试的效率。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总结：查询功能关键点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429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3429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1803400"/>
            <a:ext cx="304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1. 获取连接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286000"/>
            <a:ext cx="3048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从数据库连接池中获取可用连接，避免频繁手动创建和销毁连接带来的性能损耗。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3073400"/>
            <a:ext cx="3048000" cy="6604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41400" y="3111500"/>
            <a:ext cx="28575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5803D"/>
                </a:solidFill>
                <a:latin typeface="Roboto Mono"/>
                <a:ea typeface="Roboto Mono"/>
                <a:cs typeface="Roboto Mono"/>
                <a:sym typeface="Roboto Mono"/>
              </a:rPr>
              <a:t>C3P0Util.getConnection()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81500" y="1651000"/>
            <a:ext cx="3429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81500" y="1651000"/>
            <a:ext cx="3429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72000" y="1803400"/>
            <a:ext cx="304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2. 执行查询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572000" y="2286000"/>
            <a:ext cx="3048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通过预处理语句执行SQL查询命令，将参数化的SELECT语句发送给数据库服务端。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572000" y="3073400"/>
            <a:ext cx="3048000" cy="6604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660900" y="3111500"/>
            <a:ext cx="28575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5803D"/>
                </a:solidFill>
                <a:latin typeface="Roboto Mono"/>
                <a:ea typeface="Roboto Mono"/>
                <a:cs typeface="Roboto Mono"/>
                <a:sym typeface="Roboto Mono"/>
              </a:rPr>
              <a:t>pstmt.executeQuery()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01000" y="1651000"/>
            <a:ext cx="3429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01000" y="1651000"/>
            <a:ext cx="3429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91500" y="1803400"/>
            <a:ext cx="304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3. 遍历结果集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191500" y="2286000"/>
            <a:ext cx="3048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利用游标特性逐行读取查询结果。循环条件决定了数据读取的范围和次数。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191500" y="3073400"/>
            <a:ext cx="3048000" cy="6604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280400" y="3111500"/>
            <a:ext cx="28575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5803D"/>
                </a:solidFill>
                <a:latin typeface="Roboto Mono"/>
                <a:ea typeface="Roboto Mono"/>
                <a:cs typeface="Roboto Mono"/>
                <a:sym typeface="Roboto Mono"/>
              </a:rPr>
              <a:t>while (rs.next()) { ... }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4064000"/>
            <a:ext cx="52324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4064000"/>
            <a:ext cx="52324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52500" y="4216400"/>
            <a:ext cx="482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4. 封装对象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52500" y="4724400"/>
            <a:ext cx="4826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将结果集中的列值通过getter方法取出，映射并封装到对应的Java实体类（如User）中，实现数据的对象化管理。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52500" y="5359400"/>
            <a:ext cx="4851400" cy="6604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041400" y="5397500"/>
            <a:ext cx="46355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5803D"/>
                </a:solidFill>
                <a:latin typeface="Roboto Mono"/>
                <a:ea typeface="Roboto Mono"/>
                <a:cs typeface="Roboto Mono"/>
                <a:sym typeface="Roboto Mono"/>
              </a:rPr>
              <a:t>new User(rs.getInt("id"), rs.getString("name"))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197600" y="4064000"/>
            <a:ext cx="52324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197600" y="4064000"/>
            <a:ext cx="52324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388100" y="4216400"/>
            <a:ext cx="482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5. 关闭资源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388100" y="4724400"/>
            <a:ext cx="4826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查询结束后，必须按正确的顺序释放ResultSet、Statement和Connection，将数据库连接归还到连接池以复用。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388100" y="5359400"/>
            <a:ext cx="4851400" cy="6604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477000" y="5397500"/>
            <a:ext cx="46355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5803D"/>
                </a:solidFill>
                <a:latin typeface="Roboto Mono"/>
                <a:ea typeface="Roboto Mono"/>
                <a:cs typeface="Roboto Mono"/>
                <a:sym typeface="Roboto Mono"/>
              </a:rPr>
              <a:t>close(rs); close(pstmt); close(conn);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603500"/>
            <a:ext cx="1219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40005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{"Label":"1","ContentProducer":"001191110102MACQD9K64010000","ProduceID":"7646093931289414605","ReservedCode1":"","ContentPropagator":"","PropagateID":"","ReservedCode2":""}</vt:lpwstr>
  </property>
</Properties>
</file>