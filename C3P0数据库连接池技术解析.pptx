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大家好，今天我将为大家深入解析C3P0数据库连接池。我们将从基础概念讲起，逐步深入到代码实操、常见问题排查以及与其他连接池的对比。希望通过这次分享，能帮助大家彻底掌握C3P0的使用。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本次分享将分为四个部分。首先，我们会了解C3P0的基础概念；接着，通过代码实操来加深理解；然后，我们会探讨一些常见的错误和排查方法；最后，进行一些拓展性的对比和思考。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基础概念。什么是C3P0连接池？简单来说，它就是一个管理数据库连接的容器。它的核心作用有三点：首先是资源复用，避免了重复创建连接的开销；其次是提升性能，让数据库操作更快；最后是统一管理，确保连接的稳定和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传统的JDBC相比，C3P0的优势非常明显。传统JDBC每次都要新建连接，就像每次打电话都要重新铺设电话线一样，效率极低。而C3P0连接池就像建立了一个总机，预先准备好线路，随用随取，大大提升了效率和稳定性。这张图直观地展示了连接池的工作原理：线程通过连接池获取连接，而不是直接与数据库交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3P0的配置主要通过`c3p0-config.xml`文件完成。这里列出了几个最核心的配置项。比如`initialPoolSize`定义了初始连接数，`maxPoolSize`限制了最大连接数，`checkoutTimeout`则设置了获取连接的等待时间。合理配置这些参数是优化连接池性能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进入代码实操部分。使用C3P0进行数据库更新，主要分为六个步骤。首先加载配置，然后创建数据源，接着从数据源获取连接，之后创建PreparedStatement，执行更新操作，最后关闭资源。需要注意的是，这里的close()并不是真正关闭连接，而是将其归还给连接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xecuteUpdate()方法的返回值是一个整数，代表受影响的行数。我们可以通过判断这个返回值来确定更新是否成功。如果返回值大于0，说明至少有一行数据被修改。如果等于0，可能是SQL语句没有匹配到任何记录。如果抛出异常，那就要检查SQL语法或数据库连接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一个常见的问题是，使用C3P0还需要像传统JDBC那样手动加载驱动吗？答案是通常不需要。因为只要我们在配置文件中正确指定了 driverClass，C3P0就会自动帮我们完成驱动的加载工作，大大简化了代码。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第三部分，易错排错。连接失败是最常见的问题之一。原因主要有四类：配置错误，比如用户名密码写错；网络问题，比如数据库地址不对；数据库本身的问题，比如服务没启动；以及连接池参数设置不合理，比如连接数不够。排查时可以从这几个方面入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一个头疼的问题是，代码执行没有报错，但数据库数据就是没变化。这通常不是连接池的问题，而是业务逻辑问题。最常见的原因是WHERE条件没有匹配到数据。另外，别忘了检查事务是否提交，特别是在手动管理事务的情况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这个问题非常关键。在C3P0中，我们调用conn.close()时，并不是真的把连接关掉了。它实际上是一个“归还”操作，把这个连接放回连接池，供其他地方继续使用。这正是连接池能够提升性能的核心所在。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们进行一些拓展。除了C3P0，还有DBCP和Druid等其他连接池。C3P0和DBCP是比较经典的选择，非常稳定。而由阿里巴巴开源的Druid则功能更强大，提供了丰富的监控和扩展功能，性能也更优，是目前更推荐的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开发中，我们通常会把C3P0的操作封装成一个工具类。这样做的好处很多：首先是代码复用，避免重复造轮子；其次是便于集中管理和维护；还能简化上层代码的调用。这是一种非常好的编程实践，体现了面向对象的设计思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今天的内容。我们了解了C3P0是什么，为什么要用它，以及怎么用。核心就是理解连接池通过复用连接来提升性能的原理。同时也要注意一些关键点，比如close方法的真正含义。掌握了C3P0，再去学习像Druid这样更强大的连接池就会事半功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jpeg"/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.svg"/><Relationship Id="rId2" Type="http://schemas.openxmlformats.org/officeDocument/2006/relationships/image" Target="../media/image10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svg"/><Relationship Id="rId2" Type="http://schemas.openxmlformats.org/officeDocument/2006/relationships/image" Target="../media/image12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75000"/>
                </a:srgbClr>
              </a:gs>
              <a:gs pos="50000">
                <a:srgbClr val="000000">
                  <a:alpha val="40000"/>
                </a:srgbClr>
              </a:gs>
              <a:gs pos="100000">
                <a:srgbClr val="000000">
                  <a:alpha val="15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C3P0数据库连接池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556000"/>
            <a:ext cx="825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技术解析与实战指南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4064000" cy="812800"/>
          </a:xfrm>
          <a:prstGeom prst="roundRect">
            <a:avLst>
              <a:gd name="adj" fmla="val 0"/>
            </a:avLst>
          </a:prstGeom>
          <a:solidFill>
            <a:srgbClr val="0A190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06500" y="5283200"/>
            <a:ext cx="381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汇报人：冯圣杰 |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95500" y="19304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基础概念类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30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什么是C3P0？它的作用与优势是什么？我们将从核心定义出发，深入解析这一经典数据库连接池技术的工作原理，帮助大家建立对其基础认知，明确它在解决数据库连接管理问题中的核心价值。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13500" y="1841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556500" y="19304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代码实操类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730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如何用C3P0实现增删改查？本部分通过完整的代码案例进行演示，涵盖配置文件编写、核心类初始化到数据库CRUD操作的全流程。通过实战演练，让你快速掌握在Java项目中落地使用C3P0的具体方法。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4254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95500" y="43434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易错排错类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5143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开发中总会遇到各种“坑”。我们汇总了使用C3P0时高频出现的配置错误、连接泄漏、线程阻塞等典型问题，深度剖析背后的成因，并提供一套可落地的排查思路与成熟的解决方案，助你规避常见开发陷阱。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13500" y="4254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556500" y="43434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对比拓展类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5143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跳出单一技术视角。本部分将C3P0与DBCP、HikariCP等主流连接池方案进行横向对比，分析各自的性能特点与适用场景。同时探讨底层的封装设计思想，帮助大家拓展技术选型视野，建立更深刻的架构思维。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基础概念类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 是一个成熟稳定的</a:t>
            </a: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 开源数据库连接池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，本质上是一个用于统一管理数据库连接的“容器”。它通过维护一个连接缓冲池，解决了传统模式下频繁创建和关闭数据库连接带来的资源浪费问题，是 Java 企业级开发中常用的数据库连接管理方案。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3492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111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0861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资源复用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683000"/>
            <a:ext cx="311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系统初始化时预先创建一定数量的数据库连接并放入“池”中。当程序需要访问数据库时，直接复用已有连接而非新建，从根源上避免了频繁创建与销毁连接带来的高昂性能开销。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2921000"/>
            <a:ext cx="3492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45000" y="2921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111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30861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极致性能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3683000"/>
            <a:ext cx="311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连接的获取与归还均在内存中完成，省去了网络通信和数据库实例初始化的时间。这使得数据库操作的响应速度大幅提升，尤其在高并发业务场景下，能显著减少用户的等待时间。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2921000"/>
            <a:ext cx="3492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2921000"/>
            <a:ext cx="3492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3111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26500" y="30861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智能管控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3683000"/>
            <a:ext cx="311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自动维护连接的生命周期，包括连接的超时回收、健康检查和动态扩容。同时严格控制最大连接数，有效防止因连接泄漏导致的数据库服务器过载，保障系统的稳定性与安全性。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858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55626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166534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 连接池通过“池化”思想，将昂贵的数据库连接资源化零为整，不仅是提升应用程序运行效率的关键技术，更是构建高可用、高并发企业级 Java 应用不可或缺的基础组件。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基础概念类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对比传统 JDBC，C3P0 有哪些优势？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85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857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连接创建机制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819400"/>
            <a:ext cx="2603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传统JDBC每次请求新建连接，如同临时铺路，耗时且资源浪费严重。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429000"/>
            <a:ext cx="260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C3P0：预创建连接池，随取随用，毫秒级响应业务请求。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746500" y="2286000"/>
            <a:ext cx="285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746500" y="2286000"/>
            <a:ext cx="2857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873500" y="24130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系统性能瓶颈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73500" y="2819400"/>
            <a:ext cx="2603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频繁的连接创建与销毁带来巨大IO开销，高并发下性能急剧下降。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873500" y="3429000"/>
            <a:ext cx="260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C3P0：消除重复开销，复用物理连接，吞吐量显著提升。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254500"/>
            <a:ext cx="285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4254500"/>
            <a:ext cx="2857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9000" y="43815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连接资源安全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9000" y="4787900"/>
            <a:ext cx="2603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开发手动释放资源易出错，常导致连接泄漏，最终拖垮数据库。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" y="5334000"/>
            <a:ext cx="260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C3P0：自动回收超时连接，全生命周期托管，杜绝资源泄漏。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746500" y="4254500"/>
            <a:ext cx="285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746500" y="4254500"/>
            <a:ext cx="2857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3873500" y="4381500"/>
            <a:ext cx="2603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高并发稳定性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873500" y="4787900"/>
            <a:ext cx="2603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无限制的连接请求会瞬间打满数据库连接数，造成服务不可用。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873500" y="5334000"/>
            <a:ext cx="260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C3P0：配置最大连接数，削峰填谷，有效保护数据库核心服务。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88540">
            <a:off x="4889500" y="4184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rcRect l="7075" r="7075"/>
          <a:stretch>
            <a:fillRect/>
          </a:stretch>
        </p:blipFill>
        <p:spPr>
          <a:xfrm>
            <a:off x="6985000" y="2286000"/>
            <a:ext cx="4762500" cy="1968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6985000" y="4381500"/>
            <a:ext cx="4762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175500" y="4508500"/>
            <a:ext cx="438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架构设计的核心价值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175500" y="49530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本质是“空间换时间”的策略。通过在系统初始化时建立预热连接，将运行时的连接创建开销前置化。这种机制不仅大幅降低了单次请求的响应延迟，更通过有效的流量控制，成为了数据库服务器的第一道“防火墙”，保障了后端服务在高负载下的鲁棒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基础概念类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92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c3p0-config.xml 核心配置项的含义是什么？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6924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69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2438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driverClass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857500"/>
            <a:ext cx="2438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JDBC驱动类的全限定名，例如 `com.mysql.cj.jdbc.Driver`，用于指定数据库厂商的具体驱动实现类，是连接数据库的基础入口。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2286000"/>
            <a:ext cx="26924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56000" y="2286000"/>
            <a:ext cx="269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83000" y="2413000"/>
            <a:ext cx="2438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jdbcUrl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2857500"/>
            <a:ext cx="2438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数据库连接的统一资源定位符，格式通常包含协议、服务器地址、端口和数据库名。它定义了应用程序与数据库实例的具体通信路径。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286000"/>
            <a:ext cx="26924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2286000"/>
            <a:ext cx="269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2413000"/>
            <a:ext cx="2438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 / password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857500"/>
            <a:ext cx="2438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数据库的身份认证凭证。user 是访问数据库的用户名，password 是对应的密码，两者配合完成数据库服务器的登录鉴权，确保访问安全。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144000" y="2286000"/>
            <a:ext cx="26924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144000" y="2286000"/>
            <a:ext cx="269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271000" y="2413000"/>
            <a:ext cx="2438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initialPoolSize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71000" y="2857500"/>
            <a:ext cx="2438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连接池初始化时创建的物理连接数量。在服务启动阶段一次性建立，决定了系统刚启动时的基础数据库连接能力，避免首次请求的连接开销。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191000"/>
            <a:ext cx="26924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4191000"/>
            <a:ext cx="269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9000" y="4318000"/>
            <a:ext cx="2438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maxPoolSize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" y="4762500"/>
            <a:ext cx="2438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连接池允许存在的最大连接数量。这是系统对数据库并发访问的上限阈值，合理设置可防止连接过多导致数据库负载过高而崩溃。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556000" y="4191000"/>
            <a:ext cx="26924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556000" y="4191000"/>
            <a:ext cx="269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3683000" y="4318000"/>
            <a:ext cx="2438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minPoolSize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683000" y="4762500"/>
            <a:ext cx="2438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连接池保持的最小空闲连接数。当空闲连接低于此值时，连接池会自动创建新连接补充，维持基础响应速度，减少动态创建连接的性能损耗。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4191000"/>
            <a:ext cx="26924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350000" y="4191000"/>
            <a:ext cx="269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477000" y="4318000"/>
            <a:ext cx="2438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checkoutTimeout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4762500"/>
            <a:ext cx="2438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获取连接的超时等待时间（单位：毫秒）。当连接池无可用连接时，线程会等待该时长，超时后抛出异常，有效避免业务线程无限期挂起。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144000" y="4191000"/>
            <a:ext cx="26924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144000" y="4191000"/>
            <a:ext cx="26924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271000" y="4318000"/>
            <a:ext cx="2438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maxIdleTime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271000" y="4762500"/>
            <a:ext cx="2438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连接的最大空闲时间。若连接闲置超过此时间且池内连接数高于 minPoolSize，将被自动回收，释放数据库连接资源，提升系统资源利用率。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代码实操类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C3P0 实现数据库更新的核心流程是怎样的？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286000"/>
            <a:ext cx="57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3241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加载配置文件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28194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 框架启动时自动扫描并加载类路径下的 c3p0-config.xml 配置文件，初始化连接池核心参数。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365500"/>
            <a:ext cx="31750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34036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自动加载 c3p0-config.xml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215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215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08500" y="2286000"/>
            <a:ext cx="57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143500" y="23241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初始化数据源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08500" y="28194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实例化 ComboPooledDataSource 对象，该对象封装了数据库连接池的核心逻辑与资源管理能力。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08500" y="3365500"/>
            <a:ext cx="31750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72000" y="34036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new ComboPooledDataSource();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01000" y="215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01000" y="215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2286000"/>
            <a:ext cx="57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763000" y="23241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获取数据库连接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0" y="28194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从连接池中获取可用的 Connection 实例，这是后续执行 SQL 操作的基础，避免频繁创建物理连接。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3365500"/>
            <a:ext cx="31750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191500" y="34036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ds.getConnection();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4191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89000" y="4318000"/>
            <a:ext cx="57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524000" y="43561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预编译 SQL 语句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89000" y="48514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PreparedStatement 预编译 SQL 模板，有效防止 SQL 注入风险，同时提升重复执行效率。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89000" y="5397500"/>
            <a:ext cx="31750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52500" y="54356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conn.prepareStatement(sql);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381500" y="4191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3815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508500" y="4318000"/>
            <a:ext cx="57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143500" y="43561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执行增删改操作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508500" y="48514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 executeUpdate() 方法执行 SQL 语句，返回值为受影响的行数，用于判断操作是否成功。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4508500" y="5397500"/>
            <a:ext cx="31750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4572000" y="54356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pstmt.executeUpdate();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001000" y="4191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8001000" y="419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8128000" y="4318000"/>
            <a:ext cx="57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763000" y="43561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释放并归还资源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128000" y="48514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关闭 Statement 和 Connection 对象，此时连接会被归还至连接池，供后续请求复用，而非物理销毁。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8128000" y="5397500"/>
            <a:ext cx="31750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8191500" y="54356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803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pstmt.close(); conn.close();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代码实操类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256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executeUpdate() 方法的返回值是什么？在实际开发中，我们又该如何依据这个返回值判断数据库更新操作是否真正成功？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34671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14400" y="2768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核心返回值：受影响行数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3175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方法执行后返回 int 类型数值，该数值精准代表了数据库表中被 SQL 语句实际修改的记录行数，是衡量操作结果的直接指标。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83100" y="2667000"/>
            <a:ext cx="34671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83100" y="2667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35500" y="2768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业务逻辑：成功与否的判断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3175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返回值 &gt; 0 代表数据更新生效；若返回值 = 0，说明 SQL 语法无误，但未匹配到任何符合条件的记录，数据未发生变动。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04200" y="2667000"/>
            <a:ext cx="34671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204200" y="2667000"/>
            <a:ext cx="34671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56600" y="27686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异常处理：故障捕获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56600" y="3175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 SQL 语法错误、数据库连接中断或权限不足时，方法会直接抛出 SQLException。开发中需通过 try-catch 块捕获并进行容错处理。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445000"/>
            <a:ext cx="5969000" cy="1905000"/>
          </a:xfrm>
          <a:prstGeom prst="roundRect">
            <a:avLst>
              <a:gd name="adj" fmla="val 0"/>
            </a:avLst>
          </a:prstGeom>
          <a:solidFill>
            <a:srgbClr val="1F2937">
              <a:alpha val="9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445000"/>
            <a:ext cx="508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4521200"/>
            <a:ext cx="558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EE7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核心实现代码片段 (Java)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4889500"/>
            <a:ext cx="565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 sql = "UPDATE user SET age = 25 WHERE id = 1";</a:t>
            </a:r>
            <a:br>
              <a:rPr lang="en-US" sz="11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PreparedStatement pstmt = conn.prepareStatement(sql);</a:t>
            </a:r>
            <a:br>
              <a:rPr lang="en-US" sz="11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 affectedRows = pstmt.executeUpdate();</a:t>
            </a:r>
            <a:br>
              <a:rPr lang="en-US" sz="11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(affectedRows &gt; 0) { System.out.println("更新成功，影响行数: " + affectedRows); }</a:t>
            </a:r>
            <a:br>
              <a:rPr lang="en-US" sz="11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1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 { System.out.println("无数据被修改或条件不匹配"); }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048500" y="4445000"/>
            <a:ext cx="4635500" cy="1905000"/>
          </a:xfrm>
          <a:prstGeom prst="roundRect">
            <a:avLst>
              <a:gd name="adj" fmla="val 0"/>
            </a:avLst>
          </a:prstGeom>
          <a:solidFill>
            <a:srgbClr val="F0FDF4">
              <a:alpha val="94000"/>
            </a:srgbClr>
          </a:solidFill>
          <a:ln w="12700" cap="flat" cmpd="sng">
            <a:solidFill>
              <a:srgbClr val="86EFAC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0" y="45974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683500" y="45974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开发避坑指南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239000" y="5080000"/>
            <a:ext cx="425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切勿仅通过“无报错”来判定业务成功。在金融、电商等核心场景中，必须严格校验受影响行数；涉及批量操作时，建议配合事务机制，保证数据操作的原子性，防止出现部分更新导致的数据不一致问题。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代码实操类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C3P0 还需要手动加载 JDBC 驱动吗？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66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通常不需要。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12700" cap="flat" cmpd="sng">
            <a:solidFill>
              <a:srgbClr val="86EFA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3175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302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自动加载机制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810000"/>
            <a:ext cx="311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c3p0-config.xml 中配置 driverClass 后，C3P0 内部会通过反射机制自动加载指定的 JDBC 驱动类，无需开发者编写显式加载代码。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3175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12700" cap="flat" cmpd="sng">
            <a:solidFill>
              <a:srgbClr val="86EFA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3175000"/>
            <a:ext cx="3429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0" y="3302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底层实现原理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3810000"/>
            <a:ext cx="311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核心类 ComboPooledDataSource 在初始化过程中，会隐式调用 Class.forName(driverClass) 语句，自动完成驱动类的加载与注册。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3175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7ED">
              <a:alpha val="92000"/>
            </a:srgbClr>
          </a:solidFill>
          <a:ln w="12700" cap="flat" cmpd="sng">
            <a:solidFill>
              <a:srgbClr val="FDBA7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3175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91500" y="33020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特殊例外情况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3810000"/>
            <a:ext cx="311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若配置文件中遗漏 driverClass 配置项，或驱动包未正确引入导致类不在路径中，则仍需手动调用 Class.forName() 显式加载。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207000"/>
            <a:ext cx="63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308600"/>
            <a:ext cx="10033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453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核心结论：</a:t>
            </a:r>
            <a:r>
              <a:rPr lang="en-US" sz="1300" b="0" i="0" u="none" strike="noStrike">
                <a:solidFill>
                  <a:srgbClr val="166534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只要在 c3p0-config.xml 中正确配置了 driverClass 属性，C3P0 连接池就会接管驱动加载流程，这不仅减少了样板代码，还让数据库连接配置与业务代码解耦，是现代数据库连接池的标准设计模式。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易错排错类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14400" y="1803400"/>
            <a:ext cx="236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配置错误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14400" y="2311400"/>
            <a:ext cx="2362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核心配置信息（jdbcUrl、user、password）填写错误；驱动类名书写不正确或数据库驱动包未成功引入项目，导致无法正常加载数据库驱动，是连接失败最基础的原因。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1651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56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708400" y="1803400"/>
            <a:ext cx="236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网络问题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08400" y="2311400"/>
            <a:ext cx="2362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数据库服务器的IP地址或端口号配置错误；应用所在网络与数据库服务器之间存在网络隔离，如防火墙、安全组策略拦截了连接请求，导致物理链路无法互通。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651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02400" y="1803400"/>
            <a:ext cx="236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数据库状态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02400" y="2311400"/>
            <a:ext cx="2362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目标数据库服务进程未正常启动或意外挂掉；数据库账号缺少远程访问权限，或当前应用的访问来源IP未被加入数据库的白名单列表中，导致连接被服务端拒绝。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1651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44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296400" y="1803400"/>
            <a:ext cx="236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连接池参数不合理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96400" y="2311400"/>
            <a:ext cx="2362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maxPoolSize（最大连接数）设置过小，高并发场景下连接资源耗尽；checkoutTimeout（等待超时）设置过短，线程在等待可用连接时提前触发超时异常。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318000"/>
            <a:ext cx="11049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4470400"/>
            <a:ext cx="1054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排查思路总结：由浅入深定位根因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4953000"/>
            <a:ext cx="1066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遇到连接失败时，推荐按「配置检查 → 网络连通性测试 → 服务状态确认 → 参数调优」的逻辑逐步排查。优先查看报错日志是关键：若提示“Connection refused”通常指向网络或服务未启动；若提示“Access denied”则大概率是账号权限或配置问题；若出现“Timeout”则需重点关注连接池参数与服务端响应能力。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易错排错类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UPDATE 语句执行无报错但数据未更新，可能是什么问题？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565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WHERE 条件问题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WHERE 子句的过滤条件设置过于严格，导致没有匹配到任何目标记录；或者条件中使用的字段值与数据库实际存储存在差异（如字符串大小写敏感、存在不可见字符），使得逻辑判断失效，最终未找到需要更新的数据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2413000"/>
            <a:ext cx="520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13500" y="2565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事务未提交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3048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若数据库连接开启了手动提交模式（setAutoCommit(false)），执行 UPDATE 操作后未显式调用 conn.commit() 提交事务，修改操作会停留在事务缓冲区中，不会被持久化到数据库中。若程序异常退出，事务还会被自动回滚。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81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381500"/>
            <a:ext cx="520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45339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数据类型不匹配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50165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 语句中的赋值内容类型与目标字段类型不兼容，触发数据库隐式类型转换后导致条件判断逻辑错误；或者数值精度丢失（如浮点数直接比较），使得更新逻辑未命中预期数据行，造成“看似执行成功实则无变更”的现象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381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4381500"/>
            <a:ext cx="5207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13500" y="45339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连接池缓存问题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50165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极少数场景下，数据库连接池可能返回了处于异常状态的连接（如半开连接、旧事务未清理），导致 SQL 语句执行未真正发送到数据库服务端；或者连接池的状态同步延迟，使得客户端获取的结果并非最新的数据库实际状态。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易错排错类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 中 close() 方法的本质是什么？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10160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06500" y="2311400"/>
            <a:ext cx="977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close() 方法的本质不是销毁物理连接，而是将连接对象归还给连接池。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这是一种逻辑上的“释放”而非物理上的“断开”，是连接池技术的核心运作原理。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50800" cy="18415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4290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 JDBC：物理关闭，资源释放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937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conn.close() 会直接终止与数据库的 TCP 网络连接。每次新请求都必须重新进行三次握手建立连接，频繁的创建与销毁会带来高昂的网络和系统开销，在高并发场景下性能表现极差。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330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DCFCE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3302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34290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 连接池：代理模式，逻辑归还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937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获取的 Connection 是池化的代理对象。close() 仅将连接状态标记为“空闲”并归还至连接池队列，底层物理连接始终保持。当新请求到达时，可直接复用空闲连接，彻底避免了新建连接的成本。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486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60500" y="5461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技术价值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238500" y="5486400"/>
            <a:ext cx="12700" cy="8255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429000" y="5486400"/>
            <a:ext cx="774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连接池实现高性能资源复用的关键设计。通过“借-还”模型替代传统的“生-死”模型，极大减少了数据库服务器的连接开销，让系统能够从容应对高频、高并发的数据访问场景，是现代后端应用不可或缺的性能优化手段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对比拓展类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 与 Druid、DBCP 的区别是什么？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2286000"/>
          <a:ext cx="10668000" cy="2209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870200"/>
                <a:gridCol w="2870200"/>
                <a:gridCol w="2895600"/>
              </a:tblGrid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核心特性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C3P0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DBCP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Druid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社区活跃度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更新缓慢，社区活跃度较低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维护频率中等，处于维护状态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阿里官方维护，迭代非常活跃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7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核心功能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基础连接池功能完善，无扩展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仅实现基础连接管理，功能单一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监控统计、防注入等企业级功能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7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适用场景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传统旧项目，对性能要求不高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轻量级简单系统，并发量较小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5803D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高并发、需监控的现代互联网项目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>
                        <a:alpha val="7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5080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5080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51435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C3P0 和 DBCP 作为经典的老牌连接池，以其稳定性在早期项目中广泛应用。而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Druid（德鲁伊）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作为阿里巴巴开源的后起之秀，不仅在性能上显著优于前两者，还内置了强大的监控统计、SQL 防火墙等企业级特性。在如今追求高性能与可观测性的架构下，</a:t>
            </a: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Druid 已成为 Java 后端开发中连接池的主流首选方案。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对比拓展类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为什么要把 C3P0 操作封装成工具类？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492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代码复用，拒绝重复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30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将获取连接、关闭资源等通用操作统一封装，避免在每个 DAO 实现类中重复编写冗余代码，大幅减少开发工作量。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2159000"/>
            <a:ext cx="3492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81500" y="2159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72000" y="22860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逻辑内聚，集中维护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2730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把所有数据库连接相关的核心逻辑收拢在一个工具类中，后续修改配置参数或切换数据源时，仅需调整一处即可生效。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2159000"/>
            <a:ext cx="3492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001000" y="2159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91500" y="22860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极简接口，开箱即用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2730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对外暴露简洁易懂的静态 API，如 C3P0Util.getConnection()，业务开发人员无需关注底层细节，直接调用即可完成操作。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937000"/>
            <a:ext cx="5270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3937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52500" y="40640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统一异常，简化调用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44704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在工具类内部统一捕获并处理 SQLException，向上层抛出运行时异常，让业务代码摆脱繁琐的 try-catch-finally 模板代码，聚焦核心业务逻辑。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159500" y="3937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159500" y="3937000"/>
            <a:ext cx="533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4064000"/>
            <a:ext cx="4953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架构设计，原则遵循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4704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完全符合“单一职责原则”（专注于数据库连接服务）与“开闭原则”（可灵活扩展连接池配置），是在项目中落地优秀面向对象设计思想的经典实践。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461000"/>
            <a:ext cx="10731500" cy="1143000"/>
          </a:xfrm>
          <a:prstGeom prst="roundRect">
            <a:avLst>
              <a:gd name="adj" fmla="val 0"/>
            </a:avLst>
          </a:prstGeom>
          <a:solidFill>
            <a:srgbClr val="282C34">
              <a:alpha val="9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62000" y="5461000"/>
            <a:ext cx="508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52500" y="5524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典型实现结构：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52256">
            <a:off x="2400300" y="6013494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2984500" y="5537200"/>
            <a:ext cx="838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class C3P0Util {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private static ComboPooledDataSource ds = new ComboPooledDataSource(); // 初始化数据源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static Connection getConnection() { ... } // 获取连接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static void close(Connection conn, Statement stmt, ResultSet rs) { ... } // 释放资源</a:t>
            </a:r>
            <a:b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67000" cy="2222500"/>
          </a:xfrm>
          <a:prstGeom prst="roundRect">
            <a:avLst>
              <a:gd name="adj" fmla="val 0"/>
            </a:avLst>
          </a:prstGeom>
          <a:solidFill>
            <a:srgbClr val="F9FCFA">
              <a:alpha val="10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676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是什么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184400"/>
            <a:ext cx="241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一款开源的 Java 数据库连接池工具，核心职责是对数据库物理连接进行统一管理与复用，避免频繁创建和销毁连接带来的高昂性能成本。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1524000"/>
            <a:ext cx="2667000" cy="2222500"/>
          </a:xfrm>
          <a:prstGeom prst="roundRect">
            <a:avLst>
              <a:gd name="adj" fmla="val 0"/>
            </a:avLst>
          </a:prstGeom>
          <a:solidFill>
            <a:srgbClr val="F9FCFA">
              <a:alpha val="10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56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83000" y="1676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2184400"/>
            <a:ext cx="241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相比原生 JDBC 直连模式，它能显著提升高并发场景下的系统响应速度，同时有效控制数据库连接资源的占用，从根本上规避连接泄露风险。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524000"/>
            <a:ext cx="2667000" cy="2222500"/>
          </a:xfrm>
          <a:prstGeom prst="roundRect">
            <a:avLst>
              <a:gd name="adj" fmla="val 0"/>
            </a:avLst>
          </a:prstGeom>
          <a:solidFill>
            <a:srgbClr val="F9FCFA">
              <a:alpha val="10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676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怎么用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184400"/>
            <a:ext cx="241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通过编写 `c3p0-config.xml` 配置文件定义连接参数，结合核心类 `ComboPooledDataSource` 初始化连接池对象，即可便捷地获取和归还数据库连接。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1524000"/>
            <a:ext cx="2667000" cy="2222500"/>
          </a:xfrm>
          <a:prstGeom prst="roundRect">
            <a:avLst>
              <a:gd name="adj" fmla="val 0"/>
            </a:avLst>
          </a:prstGeom>
          <a:solidFill>
            <a:srgbClr val="F9FCFA">
              <a:alpha val="10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44000" y="1524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271000" y="16764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71000" y="2184400"/>
            <a:ext cx="241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`close()` 方法实际是将连接归还池而非关闭；出现异常时，需优先排查配置正确性、网络连通性及数据库事务的提交与回滚状态。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064000"/>
            <a:ext cx="10922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12700" cap="flat" cmpd="sng">
            <a:solidFill>
              <a:srgbClr val="22C55E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4064000"/>
            <a:ext cx="508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79500" y="4254500"/>
            <a:ext cx="1028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C3P0 到 Druid：技术进阶的基石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79500" y="48260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2157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 C3P0 的连接复用与资源管理逻辑，是掌握现代数据库连接池技术的关键一步。这一核心思想在 Druid 等更高级的连接池中一脉相承，包括监控统计、防火墙、加密等高级特性均建立在此基础之上。掌握了 C3P0，就相当于掌握了打开高性能数据库连接技术大门的钥匙，能帮助我们更快速地理解并驾驭后续更复杂的技术工具。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g3MGE5Y2U1ZjM5NDQ3MzY0MDBmNzA0OTM2OTI1ZD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6528</Words>
  <Application>WPS 演示</Application>
  <PresentationFormat/>
  <Paragraphs>362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Revuelto</cp:lastModifiedBy>
  <cp:revision>1</cp:revision>
  <dcterms:created xsi:type="dcterms:W3CDTF">2026-05-31T15:38:27Z</dcterms:created>
  <dcterms:modified xsi:type="dcterms:W3CDTF">2026-05-31T15:38:27Z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{"Label":"1","ContentProducer":"001191110102MACQD9K64010000","ProduceID":"7646080611542928312","ReservedCode1":"","ContentPropagator":"","PropagateID":"","ReservedCode2":""}</vt:lpwstr>
  </property>
  <property fmtid="{D5CDD505-2E9C-101B-9397-08002B2CF9AE}" pid="3" name="ICV">
    <vt:lpwstr>E35C1A208FB44F548C6E69090CBEB2C0_12</vt:lpwstr>
  </property>
  <property fmtid="{D5CDD505-2E9C-101B-9397-08002B2CF9AE}" pid="4" name="KSOProductBuildVer">
    <vt:lpwstr>2052-12.1.0.17468</vt:lpwstr>
  </property>
</Properties>
</file>